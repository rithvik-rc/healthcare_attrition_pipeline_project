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3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HealthcareAttritionInsights1">
            <a:extLst>
              <a:ext uri="{FF2B5EF4-FFF2-40B4-BE49-F238E27FC236}">
                <a16:creationId xmlns:a16="http://schemas.microsoft.com/office/drawing/2014/main" id="{B16E072A-93E4-466B-8465-A3FE6E54A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HealthcareAttritionInsights2">
            <a:extLst>
              <a:ext uri="{FF2B5EF4-FFF2-40B4-BE49-F238E27FC236}">
                <a16:creationId xmlns:a16="http://schemas.microsoft.com/office/drawing/2014/main" id="{DAFF6362-E1B3-4339-B42B-3BE03AF21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HealthcareAttritionInsights3">
            <a:extLst>
              <a:ext uri="{FF2B5EF4-FFF2-40B4-BE49-F238E27FC236}">
                <a16:creationId xmlns:a16="http://schemas.microsoft.com/office/drawing/2014/main" id="{6416D098-878D-4394-8103-D480D6ED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HealthcareAttritionInsights4">
            <a:extLst>
              <a:ext uri="{FF2B5EF4-FFF2-40B4-BE49-F238E27FC236}">
                <a16:creationId xmlns:a16="http://schemas.microsoft.com/office/drawing/2014/main" id="{28BAD26C-B2A3-4A6A-B47C-A6CDAACCB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HealthcareAttritionInsights5">
            <a:extLst>
              <a:ext uri="{FF2B5EF4-FFF2-40B4-BE49-F238E27FC236}">
                <a16:creationId xmlns:a16="http://schemas.microsoft.com/office/drawing/2014/main" id="{80E552E0-3D46-4885-92C4-2B51F775C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HealthcareAttritionInsights6">
            <a:extLst>
              <a:ext uri="{FF2B5EF4-FFF2-40B4-BE49-F238E27FC236}">
                <a16:creationId xmlns:a16="http://schemas.microsoft.com/office/drawing/2014/main" id="{FA1190E8-B790-4F2E-88EF-33DA4630E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9" y="0"/>
            <a:ext cx="10671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Renewal Increase Check">
            <a:extLst>
              <a:ext uri="{FF2B5EF4-FFF2-40B4-BE49-F238E27FC236}">
                <a16:creationId xmlns:a16="http://schemas.microsoft.com/office/drawing/2014/main" id="{DCC1278E-E7EC-4BBE-B7D2-A3324F6A9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789" y="0"/>
            <a:ext cx="3890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54e0f0d-32fc-4382-ae2d-62fc9cef12cb}" enabled="1" method="Standard" siteId="{8df22a8d-9153-489d-950c-a20cccb656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Chandrupatla, Ranadhir</cp:lastModifiedBy>
  <cp:revision>2</cp:revision>
  <dcterms:created xsi:type="dcterms:W3CDTF">2026-10-28T19:29:36Z</dcterms:created>
  <dcterms:modified xsi:type="dcterms:W3CDTF">2026-10-30T20:41:08Z</dcterms:modified>
</cp:coreProperties>
</file>